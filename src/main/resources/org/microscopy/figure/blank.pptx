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1fc2f6fb564bff" /><Relationship Type="http://schemas.openxmlformats.org/officeDocument/2006/relationships/extended-properties" Target="/docProps/app.xml" Id="Rfe35412441734158" /><Relationship Type="http://schemas.openxmlformats.org/officeDocument/2006/relationships/officeDocument" Target="/ppt/presentation.xml" Id="R40c2daa421c041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bd027fb2284807"/>
  </p:sldMasterIdLst>
  <p:notesMasterIdLst>
    <p:notesMasterId xmlns:r="http://schemas.openxmlformats.org/officeDocument/2006/relationships" r:id="Rc3613f2b5cd14cfa"/>
  </p:notesMasterIdLst>
  <p:sldIdLst>
    <p:sldId xmlns:r="http://schemas.openxmlformats.org/officeDocument/2006/relationships" id="256" r:id="Re8cc7433d1424f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661ae72ed747fa" /><Relationship Type="http://schemas.openxmlformats.org/officeDocument/2006/relationships/slideMaster" Target="/ppt/slideMasters/slideMaster1.xml" Id="R96bd027fb2284807" /><Relationship Type="http://schemas.openxmlformats.org/officeDocument/2006/relationships/notesMaster" Target="/ppt/notesMasters/notesMaster1.xml" Id="Rc3613f2b5cd14cfa" /><Relationship Type="http://schemas.openxmlformats.org/officeDocument/2006/relationships/presProps" Target="/ppt/presProps.xml" Id="Rea6b0b0b6ce14e1d" /><Relationship Type="http://schemas.openxmlformats.org/officeDocument/2006/relationships/tableStyles" Target="/ppt/tableStyles.xml" Id="Rcd5dafeb21e24304" /><Relationship Type="http://schemas.openxmlformats.org/officeDocument/2006/relationships/slide" Target="/ppt/slides/slide1.xml" Id="Re8cc7433d1424f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e21a2d20cb40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08fabb0bab4103" /><Relationship Type="http://schemas.openxmlformats.org/officeDocument/2006/relationships/notesMaster" Target="/ppt/notesMasters/notesMaster1.xml" Id="Rda4e9c97369a4d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fd361355ac4f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de475263d041eb" /><Relationship Type="http://schemas.openxmlformats.org/officeDocument/2006/relationships/slideLayout" Target="/ppt/slideLayouts/slideLayout1.xml" Id="R66fb3b82fea944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fb3b82fea944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1e409c9fe747cc" /><Relationship Type="http://schemas.openxmlformats.org/officeDocument/2006/relationships/notesSlide" Target="/ppt/notesSlides/notesSlide1.xml" Id="R3568a8b62fa44a4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0690002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2026-09-08T04:55:02.6960000Z</dcterms:created>
  <dcterms:modified xsi:type="dcterms:W3CDTF">2026-09-08T04:55:02.6960000Z</dcterms:modified>
</coreProperties>
</file>